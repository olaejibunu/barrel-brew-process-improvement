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6" r:id="rId10"/>
    <p:sldId id="267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C8E6C-393B-4283-8FF5-0CDA3653DACB}" v="75" dt="2025-09-20T10:41:49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yanuoluwa Adefila" userId="01a5b3bab5baabca" providerId="LiveId" clId="{32711612-05A1-47DE-AD5A-73C5A7AD22A5}"/>
    <pc:docChg chg="undo redo custSel addSld modSld">
      <pc:chgData name="Iyanuoluwa Adefila" userId="01a5b3bab5baabca" providerId="LiveId" clId="{32711612-05A1-47DE-AD5A-73C5A7AD22A5}" dt="2025-09-20T10:44:51.507" v="385" actId="1035"/>
      <pc:docMkLst>
        <pc:docMk/>
      </pc:docMkLst>
      <pc:sldChg chg="addSp delSp delDesignElem">
        <pc:chgData name="Iyanuoluwa Adefila" userId="01a5b3bab5baabca" providerId="LiveId" clId="{32711612-05A1-47DE-AD5A-73C5A7AD22A5}" dt="2025-09-20T10:41:49.024" v="243"/>
        <pc:sldMkLst>
          <pc:docMk/>
          <pc:sldMk cId="1858874592" sldId="256"/>
        </pc:sldMkLst>
        <pc:spChg chg="add del">
          <ac:chgData name="Iyanuoluwa Adefila" userId="01a5b3bab5baabca" providerId="LiveId" clId="{32711612-05A1-47DE-AD5A-73C5A7AD22A5}" dt="2025-09-20T10:41:49.024" v="243"/>
          <ac:spMkLst>
            <pc:docMk/>
            <pc:sldMk cId="1858874592" sldId="256"/>
            <ac:spMk id="16" creationId="{19F9BF86-FE94-4517-B97D-026C7515E589}"/>
          </ac:spMkLst>
        </pc:spChg>
        <pc:cxnChg chg="add del">
          <ac:chgData name="Iyanuoluwa Adefila" userId="01a5b3bab5baabca" providerId="LiveId" clId="{32711612-05A1-47DE-AD5A-73C5A7AD22A5}" dt="2025-09-20T10:41:49.024" v="243"/>
          <ac:cxnSpMkLst>
            <pc:docMk/>
            <pc:sldMk cId="1858874592" sldId="256"/>
            <ac:cxnSpMk id="18" creationId="{6CA391F1-4B2C-521B-F6A5-52C74B30349D}"/>
          </ac:cxnSpMkLst>
        </pc:cxnChg>
      </pc:sldChg>
      <pc:sldChg chg="modSp mod">
        <pc:chgData name="Iyanuoluwa Adefila" userId="01a5b3bab5baabca" providerId="LiveId" clId="{32711612-05A1-47DE-AD5A-73C5A7AD22A5}" dt="2025-09-20T10:41:49.024" v="243"/>
        <pc:sldMkLst>
          <pc:docMk/>
          <pc:sldMk cId="1330030935" sldId="257"/>
        </pc:sldMkLst>
        <pc:spChg chg="mod">
          <ac:chgData name="Iyanuoluwa Adefila" userId="01a5b3bab5baabca" providerId="LiveId" clId="{32711612-05A1-47DE-AD5A-73C5A7AD22A5}" dt="2025-09-20T10:41:49.024" v="243"/>
          <ac:spMkLst>
            <pc:docMk/>
            <pc:sldMk cId="1330030935" sldId="257"/>
            <ac:spMk id="2" creationId="{F9FA19BA-6F1E-B8C2-37FD-711E966D0135}"/>
          </ac:spMkLst>
        </pc:spChg>
        <pc:spChg chg="mod">
          <ac:chgData name="Iyanuoluwa Adefila" userId="01a5b3bab5baabca" providerId="LiveId" clId="{32711612-05A1-47DE-AD5A-73C5A7AD22A5}" dt="2025-09-20T10:41:49.024" v="243"/>
          <ac:spMkLst>
            <pc:docMk/>
            <pc:sldMk cId="1330030935" sldId="257"/>
            <ac:spMk id="3" creationId="{61C01DAB-25B7-9310-ED3E-814DB34890B6}"/>
          </ac:spMkLst>
        </pc:spChg>
      </pc:sldChg>
      <pc:sldChg chg="addSp delSp modSp mod delDesignElem">
        <pc:chgData name="Iyanuoluwa Adefila" userId="01a5b3bab5baabca" providerId="LiveId" clId="{32711612-05A1-47DE-AD5A-73C5A7AD22A5}" dt="2025-09-20T10:44:51.507" v="385" actId="1035"/>
        <pc:sldMkLst>
          <pc:docMk/>
          <pc:sldMk cId="1207239606" sldId="258"/>
        </pc:sldMkLst>
        <pc:spChg chg="mod">
          <ac:chgData name="Iyanuoluwa Adefila" userId="01a5b3bab5baabca" providerId="LiveId" clId="{32711612-05A1-47DE-AD5A-73C5A7AD22A5}" dt="2025-09-20T10:44:51.507" v="385" actId="1035"/>
          <ac:spMkLst>
            <pc:docMk/>
            <pc:sldMk cId="1207239606" sldId="258"/>
            <ac:spMk id="2" creationId="{D4B7F538-9D08-594F-D9FA-2F545116DF3E}"/>
          </ac:spMkLst>
        </pc:spChg>
        <pc:spChg chg="add del">
          <ac:chgData name="Iyanuoluwa Adefila" userId="01a5b3bab5baabca" providerId="LiveId" clId="{32711612-05A1-47DE-AD5A-73C5A7AD22A5}" dt="2025-09-20T10:41:49.024" v="243"/>
          <ac:spMkLst>
            <pc:docMk/>
            <pc:sldMk cId="1207239606" sldId="258"/>
            <ac:spMk id="10" creationId="{744CAA32-F237-419C-A2DD-43C28D920D3C}"/>
          </ac:spMkLst>
        </pc:spChg>
        <pc:cxnChg chg="add del">
          <ac:chgData name="Iyanuoluwa Adefila" userId="01a5b3bab5baabca" providerId="LiveId" clId="{32711612-05A1-47DE-AD5A-73C5A7AD22A5}" dt="2025-09-20T10:41:49.024" v="243"/>
          <ac:cxnSpMkLst>
            <pc:docMk/>
            <pc:sldMk cId="1207239606" sldId="258"/>
            <ac:cxnSpMk id="12" creationId="{691422F5-4221-4812-AFD9-5479C6D60AD9}"/>
          </ac:cxnSpMkLst>
        </pc:cxnChg>
      </pc:sldChg>
      <pc:sldChg chg="modSp mod">
        <pc:chgData name="Iyanuoluwa Adefila" userId="01a5b3bab5baabca" providerId="LiveId" clId="{32711612-05A1-47DE-AD5A-73C5A7AD22A5}" dt="2025-09-20T10:43:11.650" v="311" actId="1035"/>
        <pc:sldMkLst>
          <pc:docMk/>
          <pc:sldMk cId="1022463808" sldId="259"/>
        </pc:sldMkLst>
        <pc:spChg chg="mod">
          <ac:chgData name="Iyanuoluwa Adefila" userId="01a5b3bab5baabca" providerId="LiveId" clId="{32711612-05A1-47DE-AD5A-73C5A7AD22A5}" dt="2025-09-20T10:43:11.650" v="311" actId="1035"/>
          <ac:spMkLst>
            <pc:docMk/>
            <pc:sldMk cId="1022463808" sldId="259"/>
            <ac:spMk id="2" creationId="{BB9CAFBF-F4F0-31E6-68DA-1327A72DA283}"/>
          </ac:spMkLst>
        </pc:spChg>
      </pc:sldChg>
      <pc:sldChg chg="modSp mod">
        <pc:chgData name="Iyanuoluwa Adefila" userId="01a5b3bab5baabca" providerId="LiveId" clId="{32711612-05A1-47DE-AD5A-73C5A7AD22A5}" dt="2025-09-20T10:42:53.402" v="282" actId="1035"/>
        <pc:sldMkLst>
          <pc:docMk/>
          <pc:sldMk cId="255782398" sldId="260"/>
        </pc:sldMkLst>
        <pc:spChg chg="mod ord">
          <ac:chgData name="Iyanuoluwa Adefila" userId="01a5b3bab5baabca" providerId="LiveId" clId="{32711612-05A1-47DE-AD5A-73C5A7AD22A5}" dt="2025-09-20T10:42:53.402" v="282" actId="1035"/>
          <ac:spMkLst>
            <pc:docMk/>
            <pc:sldMk cId="255782398" sldId="260"/>
            <ac:spMk id="2" creationId="{04DAC7C6-6655-D08C-F4D0-24033D169FFD}"/>
          </ac:spMkLst>
        </pc:spChg>
        <pc:picChg chg="mod ord">
          <ac:chgData name="Iyanuoluwa Adefila" userId="01a5b3bab5baabca" providerId="LiveId" clId="{32711612-05A1-47DE-AD5A-73C5A7AD22A5}" dt="2025-09-20T10:34:30.526" v="196" actId="167"/>
          <ac:picMkLst>
            <pc:docMk/>
            <pc:sldMk cId="255782398" sldId="260"/>
            <ac:picMk id="5" creationId="{07E84C70-888A-C5AF-0230-46820F4D4505}"/>
          </ac:picMkLst>
        </pc:picChg>
        <pc:picChg chg="mod">
          <ac:chgData name="Iyanuoluwa Adefila" userId="01a5b3bab5baabca" providerId="LiveId" clId="{32711612-05A1-47DE-AD5A-73C5A7AD22A5}" dt="2025-09-20T10:42:44.051" v="246" actId="1076"/>
          <ac:picMkLst>
            <pc:docMk/>
            <pc:sldMk cId="255782398" sldId="260"/>
            <ac:picMk id="7" creationId="{F8F07813-ED29-C015-5E69-095816DD61A0}"/>
          </ac:picMkLst>
        </pc:picChg>
      </pc:sldChg>
      <pc:sldChg chg="addSp delSp delDesignElem">
        <pc:chgData name="Iyanuoluwa Adefila" userId="01a5b3bab5baabca" providerId="LiveId" clId="{32711612-05A1-47DE-AD5A-73C5A7AD22A5}" dt="2025-09-20T10:41:49.024" v="243"/>
        <pc:sldMkLst>
          <pc:docMk/>
          <pc:sldMk cId="3531169757" sldId="261"/>
        </pc:sldMkLst>
        <pc:spChg chg="add del">
          <ac:chgData name="Iyanuoluwa Adefila" userId="01a5b3bab5baabca" providerId="LiveId" clId="{32711612-05A1-47DE-AD5A-73C5A7AD22A5}" dt="2025-09-20T10:41:49.024" v="243"/>
          <ac:spMkLst>
            <pc:docMk/>
            <pc:sldMk cId="3531169757" sldId="261"/>
            <ac:spMk id="16" creationId="{19F9BF86-FE94-4517-B97D-026C7515E589}"/>
          </ac:spMkLst>
        </pc:spChg>
        <pc:cxnChg chg="add del">
          <ac:chgData name="Iyanuoluwa Adefila" userId="01a5b3bab5baabca" providerId="LiveId" clId="{32711612-05A1-47DE-AD5A-73C5A7AD22A5}" dt="2025-09-20T10:41:49.024" v="243"/>
          <ac:cxnSpMkLst>
            <pc:docMk/>
            <pc:sldMk cId="3531169757" sldId="261"/>
            <ac:cxnSpMk id="10" creationId="{118E06E4-607B-144B-382B-AD3D06B1EE8C}"/>
          </ac:cxnSpMkLst>
        </pc:cxnChg>
        <pc:cxnChg chg="add del">
          <ac:chgData name="Iyanuoluwa Adefila" userId="01a5b3bab5baabca" providerId="LiveId" clId="{32711612-05A1-47DE-AD5A-73C5A7AD22A5}" dt="2025-09-20T10:41:49.024" v="243"/>
          <ac:cxnSpMkLst>
            <pc:docMk/>
            <pc:sldMk cId="3531169757" sldId="261"/>
            <ac:cxnSpMk id="17" creationId="{6CA391F1-4B2C-521B-F6A5-52C74B30349D}"/>
          </ac:cxnSpMkLst>
        </pc:cxnChg>
      </pc:sldChg>
      <pc:sldChg chg="addSp delSp modSp mod">
        <pc:chgData name="Iyanuoluwa Adefila" userId="01a5b3bab5baabca" providerId="LiveId" clId="{32711612-05A1-47DE-AD5A-73C5A7AD22A5}" dt="2025-09-20T10:44:10.213" v="371" actId="1035"/>
        <pc:sldMkLst>
          <pc:docMk/>
          <pc:sldMk cId="155716742" sldId="262"/>
        </pc:sldMkLst>
        <pc:spChg chg="mod">
          <ac:chgData name="Iyanuoluwa Adefila" userId="01a5b3bab5baabca" providerId="LiveId" clId="{32711612-05A1-47DE-AD5A-73C5A7AD22A5}" dt="2025-09-20T10:26:11.075" v="137" actId="255"/>
          <ac:spMkLst>
            <pc:docMk/>
            <pc:sldMk cId="155716742" sldId="262"/>
            <ac:spMk id="2" creationId="{C90E3A85-0155-FBFF-AADF-3041A4E83D4F}"/>
          </ac:spMkLst>
        </pc:spChg>
        <pc:spChg chg="del mod">
          <ac:chgData name="Iyanuoluwa Adefila" userId="01a5b3bab5baabca" providerId="LiveId" clId="{32711612-05A1-47DE-AD5A-73C5A7AD22A5}" dt="2025-09-20T10:22:45.710" v="65" actId="478"/>
          <ac:spMkLst>
            <pc:docMk/>
            <pc:sldMk cId="155716742" sldId="262"/>
            <ac:spMk id="3" creationId="{E8ADA293-A393-5AF0-27D6-85BAC21FE43B}"/>
          </ac:spMkLst>
        </pc:spChg>
        <pc:spChg chg="add mod">
          <ac:chgData name="Iyanuoluwa Adefila" userId="01a5b3bab5baabca" providerId="LiveId" clId="{32711612-05A1-47DE-AD5A-73C5A7AD22A5}" dt="2025-09-20T10:44:10.213" v="371" actId="1035"/>
          <ac:spMkLst>
            <pc:docMk/>
            <pc:sldMk cId="155716742" sldId="262"/>
            <ac:spMk id="8" creationId="{DD711B0D-40F9-663B-7A42-B73607A32B0F}"/>
          </ac:spMkLst>
        </pc:spChg>
        <pc:graphicFrameChg chg="add del modGraphic">
          <ac:chgData name="Iyanuoluwa Adefila" userId="01a5b3bab5baabca" providerId="LiveId" clId="{32711612-05A1-47DE-AD5A-73C5A7AD22A5}" dt="2025-09-20T10:04:15.138" v="30" actId="1032"/>
          <ac:graphicFrameMkLst>
            <pc:docMk/>
            <pc:sldMk cId="155716742" sldId="262"/>
            <ac:graphicFrameMk id="4" creationId="{8342D4EA-687F-F2FF-E95A-D9BB7F0B166D}"/>
          </ac:graphicFrameMkLst>
        </pc:graphicFrameChg>
        <pc:graphicFrameChg chg="add del mod modGraphic">
          <ac:chgData name="Iyanuoluwa Adefila" userId="01a5b3bab5baabca" providerId="LiveId" clId="{32711612-05A1-47DE-AD5A-73C5A7AD22A5}" dt="2025-09-20T10:10:41.394" v="39" actId="1032"/>
          <ac:graphicFrameMkLst>
            <pc:docMk/>
            <pc:sldMk cId="155716742" sldId="262"/>
            <ac:graphicFrameMk id="5" creationId="{E385B1F7-7FE0-CB95-1204-29392F90858A}"/>
          </ac:graphicFrameMkLst>
        </pc:graphicFrameChg>
        <pc:graphicFrameChg chg="add del mod ord modGraphic">
          <ac:chgData name="Iyanuoluwa Adefila" userId="01a5b3bab5baabca" providerId="LiveId" clId="{32711612-05A1-47DE-AD5A-73C5A7AD22A5}" dt="2025-09-20T10:34:45.395" v="197" actId="478"/>
          <ac:graphicFrameMkLst>
            <pc:docMk/>
            <pc:sldMk cId="155716742" sldId="262"/>
            <ac:graphicFrameMk id="6" creationId="{C886FF4F-A8A1-026D-D650-9590BA1FACC8}"/>
          </ac:graphicFrameMkLst>
        </pc:graphicFrameChg>
        <pc:picChg chg="add mod">
          <ac:chgData name="Iyanuoluwa Adefila" userId="01a5b3bab5baabca" providerId="LiveId" clId="{32711612-05A1-47DE-AD5A-73C5A7AD22A5}" dt="2025-09-20T10:37:37.756" v="223" actId="1076"/>
          <ac:picMkLst>
            <pc:docMk/>
            <pc:sldMk cId="155716742" sldId="262"/>
            <ac:picMk id="4" creationId="{F584B881-BBD7-5128-562B-B00350C34D66}"/>
          </ac:picMkLst>
        </pc:picChg>
      </pc:sldChg>
      <pc:sldChg chg="addSp delSp modSp mod delDesignElem">
        <pc:chgData name="Iyanuoluwa Adefila" userId="01a5b3bab5baabca" providerId="LiveId" clId="{32711612-05A1-47DE-AD5A-73C5A7AD22A5}" dt="2025-09-20T10:44:27.947" v="373" actId="14100"/>
        <pc:sldMkLst>
          <pc:docMk/>
          <pc:sldMk cId="3617075080" sldId="263"/>
        </pc:sldMkLst>
        <pc:spChg chg="add del">
          <ac:chgData name="Iyanuoluwa Adefila" userId="01a5b3bab5baabca" providerId="LiveId" clId="{32711612-05A1-47DE-AD5A-73C5A7AD22A5}" dt="2025-09-20T10:41:49.024" v="243"/>
          <ac:spMkLst>
            <pc:docMk/>
            <pc:sldMk cId="3617075080" sldId="263"/>
            <ac:spMk id="14" creationId="{19F9BF86-FE94-4517-B97D-026C7515E589}"/>
          </ac:spMkLst>
        </pc:spChg>
        <pc:picChg chg="mod">
          <ac:chgData name="Iyanuoluwa Adefila" userId="01a5b3bab5baabca" providerId="LiveId" clId="{32711612-05A1-47DE-AD5A-73C5A7AD22A5}" dt="2025-09-20T10:44:27.947" v="373" actId="14100"/>
          <ac:picMkLst>
            <pc:docMk/>
            <pc:sldMk cId="3617075080" sldId="263"/>
            <ac:picMk id="7" creationId="{39A3EB8C-42DF-25C9-F841-DB807A0E6E79}"/>
          </ac:picMkLst>
        </pc:picChg>
        <pc:picChg chg="add mod">
          <ac:chgData name="Iyanuoluwa Adefila" userId="01a5b3bab5baabca" providerId="LiveId" clId="{32711612-05A1-47DE-AD5A-73C5A7AD22A5}" dt="2025-09-20T09:59:23.420" v="14" actId="1076"/>
          <ac:picMkLst>
            <pc:docMk/>
            <pc:sldMk cId="3617075080" sldId="263"/>
            <ac:picMk id="10" creationId="{6762E4C5-F717-3F7F-9AA8-85AA1158094C}"/>
          </ac:picMkLst>
        </pc:picChg>
        <pc:cxnChg chg="add del">
          <ac:chgData name="Iyanuoluwa Adefila" userId="01a5b3bab5baabca" providerId="LiveId" clId="{32711612-05A1-47DE-AD5A-73C5A7AD22A5}" dt="2025-09-20T10:41:49.024" v="243"/>
          <ac:cxnSpMkLst>
            <pc:docMk/>
            <pc:sldMk cId="3617075080" sldId="263"/>
            <ac:cxnSpMk id="12" creationId="{118E06E4-607B-144B-382B-AD3D06B1EE8C}"/>
          </ac:cxnSpMkLst>
        </pc:cxnChg>
        <pc:cxnChg chg="add del">
          <ac:chgData name="Iyanuoluwa Adefila" userId="01a5b3bab5baabca" providerId="LiveId" clId="{32711612-05A1-47DE-AD5A-73C5A7AD22A5}" dt="2025-09-20T10:41:49.024" v="243"/>
          <ac:cxnSpMkLst>
            <pc:docMk/>
            <pc:sldMk cId="3617075080" sldId="263"/>
            <ac:cxnSpMk id="16" creationId="{6CA391F1-4B2C-521B-F6A5-52C74B30349D}"/>
          </ac:cxnSpMkLst>
        </pc:cxnChg>
      </pc:sldChg>
      <pc:sldChg chg="modSp">
        <pc:chgData name="Iyanuoluwa Adefila" userId="01a5b3bab5baabca" providerId="LiveId" clId="{32711612-05A1-47DE-AD5A-73C5A7AD22A5}" dt="2025-09-20T10:41:49.024" v="243"/>
        <pc:sldMkLst>
          <pc:docMk/>
          <pc:sldMk cId="3524768405" sldId="264"/>
        </pc:sldMkLst>
        <pc:spChg chg="mod">
          <ac:chgData name="Iyanuoluwa Adefila" userId="01a5b3bab5baabca" providerId="LiveId" clId="{32711612-05A1-47DE-AD5A-73C5A7AD22A5}" dt="2025-09-20T10:41:49.024" v="243"/>
          <ac:spMkLst>
            <pc:docMk/>
            <pc:sldMk cId="3524768405" sldId="264"/>
            <ac:spMk id="2" creationId="{97ADBC58-7C86-46F5-83AD-F342CFFF5BAA}"/>
          </ac:spMkLst>
        </pc:spChg>
        <pc:graphicFrameChg chg="mod">
          <ac:chgData name="Iyanuoluwa Adefila" userId="01a5b3bab5baabca" providerId="LiveId" clId="{32711612-05A1-47DE-AD5A-73C5A7AD22A5}" dt="2025-09-20T10:41:49.024" v="243"/>
          <ac:graphicFrameMkLst>
            <pc:docMk/>
            <pc:sldMk cId="3524768405" sldId="264"/>
            <ac:graphicFrameMk id="7" creationId="{773D2531-BA3E-6D6E-73D6-0F4DED754DF6}"/>
          </ac:graphicFrameMkLst>
        </pc:graphicFrameChg>
      </pc:sldChg>
      <pc:sldChg chg="addSp modSp mod">
        <pc:chgData name="Iyanuoluwa Adefila" userId="01a5b3bab5baabca" providerId="LiveId" clId="{32711612-05A1-47DE-AD5A-73C5A7AD22A5}" dt="2025-09-20T10:41:49.024" v="243"/>
        <pc:sldMkLst>
          <pc:docMk/>
          <pc:sldMk cId="3076915636" sldId="266"/>
        </pc:sldMkLst>
        <pc:spChg chg="mod">
          <ac:chgData name="Iyanuoluwa Adefila" userId="01a5b3bab5baabca" providerId="LiveId" clId="{32711612-05A1-47DE-AD5A-73C5A7AD22A5}" dt="2025-09-20T10:41:49.024" v="243"/>
          <ac:spMkLst>
            <pc:docMk/>
            <pc:sldMk cId="3076915636" sldId="266"/>
            <ac:spMk id="2" creationId="{F3DAC385-FF81-16BF-CC4F-7C5879CD8535}"/>
          </ac:spMkLst>
        </pc:spChg>
        <pc:spChg chg="mod">
          <ac:chgData name="Iyanuoluwa Adefila" userId="01a5b3bab5baabca" providerId="LiveId" clId="{32711612-05A1-47DE-AD5A-73C5A7AD22A5}" dt="2025-09-20T09:57:00.432" v="8" actId="113"/>
          <ac:spMkLst>
            <pc:docMk/>
            <pc:sldMk cId="3076915636" sldId="266"/>
            <ac:spMk id="3" creationId="{538D765D-57E4-9962-FD9D-BDC49FC64B8D}"/>
          </ac:spMkLst>
        </pc:spChg>
        <pc:picChg chg="add mod">
          <ac:chgData name="Iyanuoluwa Adefila" userId="01a5b3bab5baabca" providerId="LiveId" clId="{32711612-05A1-47DE-AD5A-73C5A7AD22A5}" dt="2025-09-20T10:37:56.403" v="227" actId="1076"/>
          <ac:picMkLst>
            <pc:docMk/>
            <pc:sldMk cId="3076915636" sldId="266"/>
            <ac:picMk id="5" creationId="{8BF8B6B8-94AE-B5E0-5FEE-63392224778B}"/>
          </ac:picMkLst>
        </pc:picChg>
      </pc:sldChg>
      <pc:sldChg chg="addSp modSp mod">
        <pc:chgData name="Iyanuoluwa Adefila" userId="01a5b3bab5baabca" providerId="LiveId" clId="{32711612-05A1-47DE-AD5A-73C5A7AD22A5}" dt="2025-09-20T10:41:49.024" v="243"/>
        <pc:sldMkLst>
          <pc:docMk/>
          <pc:sldMk cId="2652917680" sldId="267"/>
        </pc:sldMkLst>
        <pc:spChg chg="mod">
          <ac:chgData name="Iyanuoluwa Adefila" userId="01a5b3bab5baabca" providerId="LiveId" clId="{32711612-05A1-47DE-AD5A-73C5A7AD22A5}" dt="2025-09-20T10:41:49.024" v="243"/>
          <ac:spMkLst>
            <pc:docMk/>
            <pc:sldMk cId="2652917680" sldId="267"/>
            <ac:spMk id="2" creationId="{50BC8883-5F18-7422-5380-17D72ABDA389}"/>
          </ac:spMkLst>
        </pc:spChg>
        <pc:spChg chg="mod">
          <ac:chgData name="Iyanuoluwa Adefila" userId="01a5b3bab5baabca" providerId="LiveId" clId="{32711612-05A1-47DE-AD5A-73C5A7AD22A5}" dt="2025-09-20T09:57:05.732" v="9" actId="113"/>
          <ac:spMkLst>
            <pc:docMk/>
            <pc:sldMk cId="2652917680" sldId="267"/>
            <ac:spMk id="3" creationId="{903A9602-5C2E-ED41-AC34-1F090E6D44EA}"/>
          </ac:spMkLst>
        </pc:spChg>
        <pc:picChg chg="add mod">
          <ac:chgData name="Iyanuoluwa Adefila" userId="01a5b3bab5baabca" providerId="LiveId" clId="{32711612-05A1-47DE-AD5A-73C5A7AD22A5}" dt="2025-09-20T10:38:10.145" v="231" actId="962"/>
          <ac:picMkLst>
            <pc:docMk/>
            <pc:sldMk cId="2652917680" sldId="267"/>
            <ac:picMk id="5" creationId="{54302A97-63F2-4A7F-4C41-3A89989CD00B}"/>
          </ac:picMkLst>
        </pc:picChg>
      </pc:sldChg>
      <pc:sldChg chg="modSp new mod">
        <pc:chgData name="Iyanuoluwa Adefila" userId="01a5b3bab5baabca" providerId="LiveId" clId="{32711612-05A1-47DE-AD5A-73C5A7AD22A5}" dt="2025-09-20T10:43:51.772" v="339" actId="255"/>
        <pc:sldMkLst>
          <pc:docMk/>
          <pc:sldMk cId="927124342" sldId="268"/>
        </pc:sldMkLst>
        <pc:spChg chg="mod">
          <ac:chgData name="Iyanuoluwa Adefila" userId="01a5b3bab5baabca" providerId="LiveId" clId="{32711612-05A1-47DE-AD5A-73C5A7AD22A5}" dt="2025-09-20T10:41:49.024" v="243"/>
          <ac:spMkLst>
            <pc:docMk/>
            <pc:sldMk cId="927124342" sldId="268"/>
            <ac:spMk id="2" creationId="{DF49E521-A9A2-F7AC-0CC1-41D2AB9442F6}"/>
          </ac:spMkLst>
        </pc:spChg>
        <pc:spChg chg="mod">
          <ac:chgData name="Iyanuoluwa Adefila" userId="01a5b3bab5baabca" providerId="LiveId" clId="{32711612-05A1-47DE-AD5A-73C5A7AD22A5}" dt="2025-09-20T10:43:51.772" v="339" actId="255"/>
          <ac:spMkLst>
            <pc:docMk/>
            <pc:sldMk cId="927124342" sldId="268"/>
            <ac:spMk id="3" creationId="{26E44564-4DD0-7E57-277D-78F081FCCF6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80581-4A55-4D2E-AB31-89E3F9AD1F00}" type="datetimeFigureOut">
              <a:rPr lang="en-GB" smtClean="0"/>
              <a:t>06/06/2026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BEB9D8-D54A-4898-80AD-F79DC3BD4F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13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EB9D8-D54A-4898-80AD-F79DC3BD4F4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9299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444479B-705B-4489-957E-7E8A228BDFA0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93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88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601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43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31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2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56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4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60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298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5537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3496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77428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0494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196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07B66AD-7C08-490A-ADA4-B47E10FB2407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244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5B95027-4255-49E7-9841-CD21BCC99996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89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DA38F49-B3E2-4BF0-BEC7-C30D34ABBB8D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13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FD66C-A5E1-AB66-E310-C6B8BB80F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ANALYSIS AND PROCESS MAPPING FOR BARREL AND CREW.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FF9AD-CB9A-FEAA-27E7-05FA6AFEF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535369"/>
          </a:xfrm>
        </p:spPr>
        <p:txBody>
          <a:bodyPr anchor="t">
            <a:normAutofit/>
          </a:bodyPr>
          <a:lstStyle/>
          <a:p>
            <a:r>
              <a:rPr lang="en-GB" dirty="0"/>
              <a:t>Presented by Olabanji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D8BCDD-54D1-7318-AD25-265B0A8135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89" r="9912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pic>
        <p:nvPicPr>
          <p:cNvPr id="8" name="Picture 7" descr="A black background with blue and white text">
            <a:extLst>
              <a:ext uri="{FF2B5EF4-FFF2-40B4-BE49-F238E27FC236}">
                <a16:creationId xmlns:a16="http://schemas.microsoft.com/office/drawing/2014/main" id="{A4911684-B757-7865-98D9-6DDF7C6C0E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524" y="1032764"/>
            <a:ext cx="6539226" cy="653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7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19BA-6F1E-B8C2-37FD-711E966D0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01DAB-25B7-9310-ED3E-814DB3489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business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identification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categorization using the fishbone diagram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Mapping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Solutions using the swim lane diagram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 the Team</a:t>
            </a:r>
          </a:p>
        </p:txBody>
      </p:sp>
      <p:pic>
        <p:nvPicPr>
          <p:cNvPr id="5" name="Picture 4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9C20F349-DA5C-A31B-F9E4-5F8E62160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369" y="-18288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30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7F538-9D08-594F-D9FA-2F545116D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216323"/>
            <a:ext cx="6034187" cy="1097280"/>
          </a:xfrm>
        </p:spPr>
        <p:txBody>
          <a:bodyPr>
            <a:normAutofit/>
          </a:bodyPr>
          <a:lstStyle/>
          <a:p>
            <a:r>
              <a:rPr lang="en-GB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Business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AC1F9-0082-59F5-A5FE-67818F452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r>
              <a:rPr lang="en-US" dirty="0">
                <a:latin typeface="Georgia"/>
                <a:ea typeface="Georgia"/>
                <a:cs typeface="Georgia"/>
                <a:sym typeface="Georgia"/>
              </a:rPr>
              <a:t>Barrel &amp; Brew is a popular, family-owned craft winery that has been operating for a decade. Known for its unique, small-batch Wine, the company has built a loyal following in its local region. Over the past year, Barrel &amp; Brew has seen a surge in demand, with its products now stocked in over 500 local restaurants. While this growth is a positive sign, the company is struggling to keep up.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21393420-5BA8-D07A-6BB5-34C24E939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21" r="14744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239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CAFBF-F4F0-31E6-68DA-1327A72D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072" y="710239"/>
            <a:ext cx="10890929" cy="1097280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Identification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60ADA27-169F-87E4-AD85-E4FE9523D2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6046695"/>
              </p:ext>
            </p:extLst>
          </p:nvPr>
        </p:nvGraphicFramePr>
        <p:xfrm>
          <a:off x="541997" y="1748287"/>
          <a:ext cx="10891836" cy="5141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2086">
                  <a:extLst>
                    <a:ext uri="{9D8B030D-6E8A-4147-A177-3AD203B41FA5}">
                      <a16:colId xmlns:a16="http://schemas.microsoft.com/office/drawing/2014/main" val="886802855"/>
                    </a:ext>
                  </a:extLst>
                </a:gridCol>
                <a:gridCol w="4249138">
                  <a:extLst>
                    <a:ext uri="{9D8B030D-6E8A-4147-A177-3AD203B41FA5}">
                      <a16:colId xmlns:a16="http://schemas.microsoft.com/office/drawing/2014/main" val="3356531008"/>
                    </a:ext>
                  </a:extLst>
                </a:gridCol>
                <a:gridCol w="3630612">
                  <a:extLst>
                    <a:ext uri="{9D8B030D-6E8A-4147-A177-3AD203B41FA5}">
                      <a16:colId xmlns:a16="http://schemas.microsoft.com/office/drawing/2014/main" val="3844987044"/>
                    </a:ext>
                  </a:extLst>
                </a:gridCol>
              </a:tblGrid>
              <a:tr h="494581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CURRENT STATE (GAPS)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Garamond" panose="02020404030301010803" pitchFamily="18" charset="0"/>
                        </a:rPr>
                        <a:t>DESIRED STATE (SOLUTION)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312578"/>
                  </a:ext>
                </a:extLst>
              </a:tr>
              <a:tr h="66382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Production</a:t>
                      </a:r>
                      <a:endParaRPr lang="en-GB" sz="16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Frequent delays, missed targets, inventory shortages</a:t>
                      </a:r>
                      <a:endParaRPr lang="en-US" sz="16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Reliable, consistent production output</a:t>
                      </a:r>
                      <a:endParaRPr lang="en-GB" sz="16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97138051"/>
                  </a:ext>
                </a:extLst>
              </a:tr>
              <a:tr h="66382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Quality</a:t>
                      </a:r>
                      <a:endParaRPr lang="en-GB" sz="16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Inconsistent taste, occasional spoiled batches</a:t>
                      </a:r>
                      <a:endParaRPr lang="en-GB" sz="16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High, consistent quality for all batches</a:t>
                      </a:r>
                      <a:endParaRPr lang="en-US" sz="16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632347342"/>
                  </a:ext>
                </a:extLst>
              </a:tr>
              <a:tr h="66382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Employee Morale</a:t>
                      </a:r>
                      <a:endParaRPr lang="en-GB" sz="16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Stressed, overworked staff, high overtime, resignations</a:t>
                      </a:r>
                      <a:endParaRPr lang="en-US" sz="16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Empowered, motivated, well-supported staff</a:t>
                      </a:r>
                      <a:endParaRPr lang="en-GB" sz="16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10488230"/>
                  </a:ext>
                </a:extLst>
              </a:tr>
              <a:tr h="66382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Processes</a:t>
                      </a:r>
                      <a:endParaRPr lang="en-GB" sz="16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Manual notebooks &amp; outdated spreadsheets for tracking</a:t>
                      </a:r>
                      <a:endParaRPr lang="en-US" sz="16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Streamlined, digitalized, integrated operations</a:t>
                      </a:r>
                      <a:endParaRPr lang="en-GB" sz="16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36913055"/>
                  </a:ext>
                </a:extLst>
              </a:tr>
              <a:tr h="66382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Forecasting</a:t>
                      </a:r>
                      <a:endParaRPr lang="en-GB" sz="16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Informal, intuition-based demand prediction</a:t>
                      </a:r>
                      <a:endParaRPr lang="en-GB" sz="16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Data-driven sales forecasting and production planning</a:t>
                      </a:r>
                      <a:endParaRPr lang="en-US" sz="16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564000383"/>
                  </a:ext>
                </a:extLst>
              </a:tr>
              <a:tr h="66382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Infrastructure</a:t>
                      </a:r>
                      <a:endParaRPr lang="en-GB" sz="1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Aging tanks, bottling line jams, causing stoppages</a:t>
                      </a:r>
                      <a:endParaRPr lang="en-US" sz="1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Modern, reliable equipment and infrastructure</a:t>
                      </a:r>
                      <a:endParaRPr lang="en-US" sz="16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069474562"/>
                  </a:ext>
                </a:extLst>
              </a:tr>
              <a:tr h="66382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Communication</a:t>
                      </a:r>
                      <a:endParaRPr lang="en-GB" sz="1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Nunito" pitchFamily="2" charset="0"/>
                        </a:rPr>
                        <a:t>No coordination between sales and production; broken promises to customers</a:t>
                      </a:r>
                      <a:endParaRPr lang="en-US" sz="1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336067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2463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ompany&#10;&#10;AI-generated content may be incorrect.">
            <a:extLst>
              <a:ext uri="{FF2B5EF4-FFF2-40B4-BE49-F238E27FC236}">
                <a16:creationId xmlns:a16="http://schemas.microsoft.com/office/drawing/2014/main" id="{07E84C70-888A-C5AF-0230-46820F4D4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81" y="1495245"/>
            <a:ext cx="10599461" cy="5362756"/>
          </a:xfrm>
        </p:spPr>
      </p:pic>
      <p:pic>
        <p:nvPicPr>
          <p:cNvPr id="7" name="Picture 6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F8F07813-ED29-C015-5E69-095816DD6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159" y="-1869057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DAC7C6-6655-D08C-F4D0-24033D169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474445"/>
            <a:ext cx="10890929" cy="1097280"/>
          </a:xfrm>
        </p:spPr>
        <p:txBody>
          <a:bodyPr>
            <a:normAutofit/>
          </a:bodyPr>
          <a:lstStyle/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Categorization using fishbone diagram</a:t>
            </a:r>
          </a:p>
        </p:txBody>
      </p:sp>
    </p:spTree>
    <p:extLst>
      <p:ext uri="{BB962C8B-B14F-4D97-AF65-F5344CB8AC3E}">
        <p14:creationId xmlns:p14="http://schemas.microsoft.com/office/powerpoint/2010/main" val="255782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39F0D-17F3-B446-E28E-378470946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528" y="1032764"/>
            <a:ext cx="4308672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mapping (flowchart)</a:t>
            </a:r>
          </a:p>
        </p:txBody>
      </p:sp>
      <p:pic>
        <p:nvPicPr>
          <p:cNvPr id="5" name="Content Placeholder 4" descr="A diagram of a beer production process&#10;&#10;AI-generated content may be incorrect.">
            <a:extLst>
              <a:ext uri="{FF2B5EF4-FFF2-40B4-BE49-F238E27FC236}">
                <a16:creationId xmlns:a16="http://schemas.microsoft.com/office/drawing/2014/main" id="{B5EB8C28-5004-AAF9-AA72-9AD1AE800B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5" r="1" b="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69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44564-4DD0-7E57-277D-78F081FCC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8480" y="3717925"/>
            <a:ext cx="6312646" cy="1111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SOLUTIONS</a:t>
            </a:r>
          </a:p>
        </p:txBody>
      </p:sp>
      <p:pic>
        <p:nvPicPr>
          <p:cNvPr id="4" name="Picture 3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13FF247D-9CAE-71F7-FFE5-1129D93DB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6562" y="-2027208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124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E3A85-0155-FBFF-AADF-3041A4E83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57529"/>
            <a:ext cx="10890929" cy="1097280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711B0D-40F9-663B-7A42-B73607A3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25619"/>
            <a:ext cx="10890928" cy="4405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Nunito" pitchFamily="2" charset="0"/>
              </a:rPr>
              <a:t>Since we are not making quick fixes but trying to ensure a long-term solution, we have developed a Three-Step Plan these include;​</a:t>
            </a:r>
          </a:p>
          <a:p>
            <a:pPr marL="0" indent="0">
              <a:buNone/>
            </a:pPr>
            <a:r>
              <a:rPr lang="en-US" sz="1800" b="1" dirty="0">
                <a:latin typeface="Nunito" pitchFamily="2" charset="0"/>
              </a:rPr>
              <a:t>Phase 1: Fix the Operations 🛠​</a:t>
            </a:r>
          </a:p>
          <a:p>
            <a:pPr marL="0" indent="0">
              <a:buNone/>
            </a:pPr>
            <a:r>
              <a:rPr lang="en-US" sz="1800" dirty="0">
                <a:latin typeface="Nunito" pitchFamily="2" charset="0"/>
              </a:rPr>
              <a:t>First, we have to get the day-to-day business under control. Think of this as putting a new engine in the car.​</a:t>
            </a:r>
          </a:p>
          <a:p>
            <a:pPr marL="0" indent="0">
              <a:buNone/>
            </a:pPr>
            <a:r>
              <a:rPr lang="en-US" sz="1800" b="1" dirty="0">
                <a:latin typeface="Nunito" pitchFamily="2" charset="0"/>
              </a:rPr>
              <a:t>Go Digital: </a:t>
            </a:r>
            <a:r>
              <a:rPr lang="en-US" sz="1800" dirty="0">
                <a:latin typeface="Nunito" pitchFamily="2" charset="0"/>
              </a:rPr>
              <a:t>We're going to ditch the notebooks and old spreadsheets. The team will get a new, all-in-one digital system for managing recipes, tracking ingredients, and scheduling production. This is the single biggest step we can take to eliminate errors and confusion.​</a:t>
            </a:r>
          </a:p>
          <a:p>
            <a:pPr marL="0" indent="0">
              <a:buNone/>
            </a:pPr>
            <a:r>
              <a:rPr lang="en-US" sz="1800" b="1" dirty="0">
                <a:latin typeface="Nunito" pitchFamily="2" charset="0"/>
              </a:rPr>
              <a:t>Upgrade the Equipment: </a:t>
            </a:r>
            <a:r>
              <a:rPr lang="en-US" sz="1800" dirty="0">
                <a:latin typeface="Nunito" pitchFamily="2" charset="0"/>
              </a:rPr>
              <a:t>We have to replace that old, jamming bottling line. We'll bring in a modern, automated one that won't just work faster but will also free up the team to focus on brewing, not fixing jams.​</a:t>
            </a:r>
          </a:p>
          <a:p>
            <a:pPr marL="0" indent="0">
              <a:buNone/>
            </a:pPr>
            <a:r>
              <a:rPr lang="en-US" sz="1800" b="1" dirty="0">
                <a:latin typeface="Nunito" pitchFamily="2" charset="0"/>
              </a:rPr>
              <a:t>Make it Reliable: </a:t>
            </a:r>
            <a:r>
              <a:rPr lang="en-US" sz="1800" dirty="0">
                <a:latin typeface="Nunito" pitchFamily="2" charset="0"/>
              </a:rPr>
              <a:t>We'll also replace the other aging equipment, like the fermentation tanks, to remove the risk of catastrophic failures and ensure consistent, high-quality beer.</a:t>
            </a:r>
            <a:endParaRPr lang="en-GB" sz="1800" dirty="0">
              <a:latin typeface="Nunito" pitchFamily="2" charset="0"/>
            </a:endParaRPr>
          </a:p>
        </p:txBody>
      </p:sp>
      <p:pic>
        <p:nvPicPr>
          <p:cNvPr id="4" name="Picture 3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F584B881-BBD7-5128-562B-B00350C34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162" y="-2179608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6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7EF1E-9C67-DCD2-4BD5-C0A3E512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AC385-FF81-16BF-CC4F-7C5879CD8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D765D-57E4-9962-FD9D-BDC49FC64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386179"/>
            <a:ext cx="10890928" cy="3876596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Nunito" pitchFamily="2" charset="0"/>
              </a:rPr>
              <a:t>Phase 2: Get Smart with Data </a:t>
            </a:r>
            <a:r>
              <a:rPr lang="en-US" sz="1800" dirty="0">
                <a:latin typeface="Nunito" pitchFamily="2" charset="0"/>
              </a:rPr>
              <a:t>📈​</a:t>
            </a:r>
          </a:p>
          <a:p>
            <a:r>
              <a:rPr lang="en-US" sz="1800" dirty="0">
                <a:latin typeface="Nunito" pitchFamily="2" charset="0"/>
              </a:rPr>
              <a:t>Once the operations are smooth, we can start making smarter decisions. This is about trading intuition for intelligence.​</a:t>
            </a:r>
          </a:p>
          <a:p>
            <a:r>
              <a:rPr lang="en-US" sz="1800" dirty="0">
                <a:latin typeface="Nunito" pitchFamily="2" charset="0"/>
              </a:rPr>
              <a:t>Forecast with Facts: We'll use data, not guesswork, to predict demand. This means no more overstocking or running out of a popular brew.​</a:t>
            </a:r>
          </a:p>
          <a:p>
            <a:r>
              <a:rPr lang="en-US" sz="1800" dirty="0">
                <a:latin typeface="Nunito" pitchFamily="2" charset="0"/>
              </a:rPr>
              <a:t>Connect Everything: We'll link the new production system with sales and inventory data. Everyone will be on the same page, all the time.​</a:t>
            </a:r>
          </a:p>
          <a:p>
            <a:r>
              <a:rPr lang="en-US" sz="1800" dirty="0">
                <a:latin typeface="Nunito" pitchFamily="2" charset="0"/>
              </a:rPr>
              <a:t>Track Quality: We'll implement a system to monitor quality from start to finish. This will help us catch problems early and maintain a consistent, excellent product.</a:t>
            </a:r>
            <a:endParaRPr lang="en-GB" sz="1800" dirty="0">
              <a:latin typeface="Nunito" pitchFamily="2" charset="0"/>
            </a:endParaRPr>
          </a:p>
        </p:txBody>
      </p:sp>
      <p:pic>
        <p:nvPicPr>
          <p:cNvPr id="5" name="Picture 4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8BF8B6B8-94AE-B5E0-5FEE-633922247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736" y="-1817298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15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1D200-217D-5A18-3414-AFC8DFE8A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C8883-5F18-7422-5380-17D72ABDA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A9602-5C2E-ED41-AC34-1F090E6D4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386179"/>
            <a:ext cx="10890928" cy="3876596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Nunito" pitchFamily="2" charset="0"/>
              </a:rPr>
              <a:t>Phase 3: Invest in the Team </a:t>
            </a:r>
            <a:r>
              <a:rPr lang="en-US" sz="1800" dirty="0">
                <a:latin typeface="Nunito" pitchFamily="2" charset="0"/>
              </a:rPr>
              <a:t>🤝</a:t>
            </a:r>
          </a:p>
          <a:p>
            <a:r>
              <a:rPr lang="en-US" sz="1800" dirty="0">
                <a:latin typeface="Nunito" pitchFamily="2" charset="0"/>
              </a:rPr>
              <a:t>​Finally, none of this works without the people. We need to support the team so they can thrive.</a:t>
            </a:r>
          </a:p>
          <a:p>
            <a:r>
              <a:rPr lang="en-US" sz="1800" dirty="0">
                <a:latin typeface="Nunito" pitchFamily="2" charset="0"/>
              </a:rPr>
              <a:t>​Set Clear Processes: We'll create clear, standardized procedures for everyone. This will reduce confusion and make sure the new team members can get up to speed quickly.​</a:t>
            </a:r>
          </a:p>
          <a:p>
            <a:r>
              <a:rPr lang="en-US" sz="1800" dirty="0">
                <a:latin typeface="Nunito" pitchFamily="2" charset="0"/>
              </a:rPr>
              <a:t>Provide Training: We'll train the team on all the new systems and equipment. This not only makes them more efficient but also shows them we're invested in their professional growth.​</a:t>
            </a:r>
          </a:p>
          <a:p>
            <a:r>
              <a:rPr lang="en-US" sz="1800" dirty="0">
                <a:latin typeface="Nunito" pitchFamily="2" charset="0"/>
              </a:rPr>
              <a:t>Improve Communication: We'll set up formal ways for the different teams to talk to each other, so there's less conflict and more collaboration.​</a:t>
            </a:r>
          </a:p>
          <a:p>
            <a:r>
              <a:rPr lang="en-US" sz="1800" dirty="0">
                <a:latin typeface="Nunito" pitchFamily="2" charset="0"/>
              </a:rPr>
              <a:t>By following this three-phase plan, Barrel &amp; Brew can move from a business that's just surviving to one that's ready to succeed and grow for years to come.</a:t>
            </a:r>
            <a:endParaRPr lang="en-GB" sz="1800" dirty="0">
              <a:latin typeface="Nunito" pitchFamily="2" charset="0"/>
            </a:endParaRPr>
          </a:p>
        </p:txBody>
      </p:sp>
      <p:pic>
        <p:nvPicPr>
          <p:cNvPr id="5" name="Picture 4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54302A97-63F2-4A7F-4C41-3A89989CD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695" y="-1926566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917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D4547-E10E-0B35-8F39-6DC0647FB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528" y="1032764"/>
            <a:ext cx="4308672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b="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Solutions using the Swim lane diagram</a:t>
            </a:r>
          </a:p>
        </p:txBody>
      </p:sp>
      <p:pic>
        <p:nvPicPr>
          <p:cNvPr id="7" name="Content Placeholder 6" descr="A diagram of a company&#10;&#10;AI-generated content may be incorrect.">
            <a:extLst>
              <a:ext uri="{FF2B5EF4-FFF2-40B4-BE49-F238E27FC236}">
                <a16:creationId xmlns:a16="http://schemas.microsoft.com/office/drawing/2014/main" id="{39A3EB8C-42DF-25C9-F841-DB807A0E6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5" r="1" b="1"/>
          <a:stretch>
            <a:fillRect/>
          </a:stretch>
        </p:blipFill>
        <p:spPr>
          <a:xfrm>
            <a:off x="20" y="10"/>
            <a:ext cx="7447452" cy="6857990"/>
          </a:xfrm>
          <a:prstGeom prst="rect">
            <a:avLst/>
          </a:prstGeom>
        </p:spPr>
      </p:pic>
      <p:pic>
        <p:nvPicPr>
          <p:cNvPr id="10" name="Picture 9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6762E4C5-F717-3F7F-9AA8-85AA115809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680" y="1423501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750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720</Words>
  <Application>Microsoft Office PowerPoint</Application>
  <PresentationFormat>Widescreen</PresentationFormat>
  <Paragraphs>61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Century Gothic</vt:lpstr>
      <vt:lpstr>Garamond</vt:lpstr>
      <vt:lpstr>Georgia</vt:lpstr>
      <vt:lpstr>Nunito</vt:lpstr>
      <vt:lpstr>Times New Roman</vt:lpstr>
      <vt:lpstr>Wingdings 3</vt:lpstr>
      <vt:lpstr>Ion Boardroom</vt:lpstr>
      <vt:lpstr>GAP ANALYSIS AND PROCESS MAPPING FOR BARREL AND CREW.</vt:lpstr>
      <vt:lpstr>Table Of Content</vt:lpstr>
      <vt:lpstr>Introduction to the Business  </vt:lpstr>
      <vt:lpstr>Gap Identification</vt:lpstr>
      <vt:lpstr>Issue Categorization using fishbone diagram</vt:lpstr>
      <vt:lpstr>Process mapping (flowchart)</vt:lpstr>
      <vt:lpstr>PowerPoint Presentation</vt:lpstr>
      <vt:lpstr>Proposed Solutions</vt:lpstr>
      <vt:lpstr>Proposed Solutions</vt:lpstr>
      <vt:lpstr>Proposed Solutions</vt:lpstr>
      <vt:lpstr>Proposed Solutions using the Swim lane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Iyanuoluwa Adefila</dc:creator>
  <cp:lastModifiedBy>Adenike E</cp:lastModifiedBy>
  <cp:revision>2</cp:revision>
  <dcterms:created xsi:type="dcterms:W3CDTF">2025-09-20T08:30:10Z</dcterms:created>
  <dcterms:modified xsi:type="dcterms:W3CDTF">2026-06-05T23:47:06Z</dcterms:modified>
</cp:coreProperties>
</file>